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！今天我们来探讨天体运动中一个非常经典且重要的问题：如何区分赤道上的物体、同步卫星和近地卫星。这三个模型在受力、运动状态上有本质区别，也是考试中的高频考点。这节课，我们将彻底搞清楚它们的异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本次课程将分为六个部分。我们会逐一解析这三个模型，然后进行核心对比，通过例题加深理解，最后总结出实用的区分技巧。希望通过这个结构，能帮助大家系统地掌握这个知识点。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第一个模型：赤道上的物体。比如我们自己，站在赤道上，就属于这个模型。我们随地球自转，周期是24小时。最关键的一点是受力分析：地球对我们的万有引力，一部分提供了我们随地球自转的向心力，另一大部分则表现为我们的重力，也就是地面给我们的支持力。所以，万有引力并不完全是向心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同步卫星。顾名思义，它的周期与地球自转同步，也是24小时，所以从地面上看，它是静止不动的。同步卫星有四个“一定”的特点，其中最重要的是它的轨道必须在赤道平面上。在受力方面，同步卫星只受万有引力，并且这个力完全用来提供它做圆周运动的向心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模型是近地卫星。它的轨道半径非常接近地球半径，我们可以近似认为它就在地面上飞行。它的受力情况和同步卫星一样，都是万有引力完全提供向心力。它的运行速度是第一宇宙速度，也是所有绕地球运动的卫星中速度最快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现在我们把三个模型放在一起看。这张图非常直观，C点是赤道上的物体，B点是近地卫星，A点是同步卫星。大家可以清楚地看到它们轨道半径的巨大差异。请记住这个空间关系，这是理解后续物理量比较的基础。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是本节课的核心，它总结了三个模型在各个物理量上的区别。请大家特别关注“向心力来源”这一行，这是区分它们的根本。另外，注意观察周期、线速度、向心加速度的大小关系，这是考试中最爱考的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详细解析一下这些物理量的大小关系。记住两个比较法则：对于两个卫星，我们用万有引力公式，轨道越低速度越快；对于赤道物体和同步卫星，它们角速度相同，我们用圆周运动公式，轨道越高速度越快。通过这两个法则，我们就能轻松判断出三者的速度和加速度大小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完了，我们来看一道典型的例题。这道题要求我们求三者的线速度之比。解题的关键就是我们刚才讲的“两组比较法”。第一步，比较赤道物体和同步卫星，它们角速度相同，速度比等于半径比。第二步，比较近地卫星和同步卫星，它们都由万有引力提供向心力，速度比与半径平方根成反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我们来一步步计算。首先，v1比v3等于1比7。然后，v2比v3等于根号7比1。为了得到三者的连比，我们把v3的份数统一为7，那么v2就要乘以7，变成7倍根号7。所以最终的比例就是1 : 7√7 : 7。通过这道题，大家应该能体会到掌握比较方法的重要性。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们来总结一下。区分这三个模型，最根本的是看受力。卫星都是万有引力完全提供向心力，而赤道物体不是。在比较物理量时，要学会“两组比较法”：赤道物体和同步卫星是一组，用角速度相同来比；两个卫星是另一组，用万有引力公式来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大家记忆，我总结了几个口诀。对于卫星，记住“高轨低速长周期”。对于同步卫星，记住“四个一定”。对于三者的速度排序，记住“近地最快，同步次之，赤道最慢”。这些口诀能帮助大家在考试中快速做出判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今天的课程就到这里。希望通过这次学习，大家对这三种天体运动模型有了更深刻的理解。物理的魅力在于理解规律，掌握方法。预祝同学们在物理学习中取得优异的成绩！谢谢大家！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image" Target="../media/image7.svg"/><Relationship Id="rId18" Type="http://schemas.openxmlformats.org/officeDocument/2006/relationships/image" Target="../media/image6.png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jpe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天体运动专题：三种模型的比较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赤道上的物体 · 同步卫星 · 近地卫星</a:t>
            </a:r>
            <a:r>
              <a:rPr lang="en-US" sz="20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适用：高中物理核心考点解析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418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016000" y="4572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762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651000" y="472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赤道上的物体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7"/>
            </p:custDataLst>
          </p:nvPr>
        </p:nvCxnSpPr>
        <p:spPr>
          <a:xfrm rot="-14946">
            <a:off x="1206514" y="526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206500" y="5397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EF2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随地球自转，万有引力的一个分力提供向心力，另一个分力为重力。周期与地球自转周期相同，v、ω较小。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572000" y="4572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2500" y="476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5207000" y="472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地球同步卫星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4"/>
            </p:custDataLst>
          </p:nvPr>
        </p:nvCxnSpPr>
        <p:spPr>
          <a:xfrm rot="-14946">
            <a:off x="4762514" y="526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4762500" y="5397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EF2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万有引力完全提供向心力，与地球相对静止。周期为24h，轨道固定在赤道平面上方，高度、线速度均为定值。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8128000" y="4572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18500" y="4762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8763000" y="472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近地卫星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21"/>
            </p:custDataLst>
          </p:nvPr>
        </p:nvCxnSpPr>
        <p:spPr>
          <a:xfrm rot="-14946">
            <a:off x="8318514" y="526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8318500" y="5397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EF2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轨道半径近似等于地球半径，万有引力完全提供向心力。运行速度最大（≈7.9km/s），周期约为85分钟。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79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模型一：赤道上的物体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深入解析赤道物体的圆周运动模型，梳理其受力分析逻辑，明确角速度、向心力等关键物理量的来源与特点。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03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模型二：同步卫星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剖析地球同步卫星的轨道特性与运动规律，重点讲解其与地球自转的关系，以及线速度、轨道半径的核心物理意义。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82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927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模型三：近地卫星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聚焦贴近地面运行的卫星模型，对比其与赤道物体、同步卫星的本质区别，掌握由万有引力完全提供向心力的计算方法。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64FFDA">
              <a:alpha val="10000"/>
            </a:srgbClr>
          </a:solidFill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879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核心对比分析（重点）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通过可视化表格横向对比三大模型的周期、线速度、向心加速度等关键物理量，厘清易混淆的大小关系与内在逻辑。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330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330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3403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典型例题解析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选取经典高考真题与变式题型，从审题切入，拆解解题步骤，演示如何运用模型规律快速解决复杂的天体运动问题。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82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4927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总结与技巧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归纳三大模型的核心区分点，提炼高效记忆口诀，帮助大家在考试中快速识别模型、规避常见的思维误区与计算错误。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模型一：赤道上的物体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851" b="1851"/>
          <a:stretch>
            <a:fillRect/>
          </a:stretch>
        </p:blipFill>
        <p:spPr>
          <a:xfrm>
            <a:off x="762000" y="1778000"/>
            <a:ext cx="4572000" cy="3302000"/>
          </a:xfrm>
          <a:prstGeom prst="rect">
            <a:avLst/>
          </a:prstGeom>
          <a:noFill/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图示：赤道表面物体的受力分解，万有引力分解为向心力与重力（支持力的反作用力），直观展示了各力之间的矢量关系。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450">
            <a:off x="355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核心定义与运动特点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6477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77000" y="2603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静止于赤道表面的物体随地球自转做匀速圆周运动，周期 \( T_{赤} = 24 \) 小时，轨道半径近似等于地球半径 \( r \approx R \)。其运动的角速度与地球自转角速度保持一致。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406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419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关键受力关系解析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469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4826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物体受万有引力 \( F_{引} \) 与地面支持力 \( N \)。核心结论：万有引力并非完全提供向心力，而是一部分提供向心力，另一部分表现为重力。关系式为：\( F_{引} - N = m\omega^2 R \)，其中 \( N = mg \)，即 \( F_{引} &gt; m\omega^2 R \)。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模型二：同步卫星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64FFDA">
              <a:alpha val="10000"/>
            </a:srgbClr>
          </a:solidFill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相对于地面静止的人造地球卫星，其绕地球转动的周期与地球自转周期严格相等，常用于通信、气象监测等领域。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327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3020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周期一定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运转周期与地球自转同步，\( T_{同} = 24 \) 小时。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92500" y="3175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3327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64000" y="33020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轨道平面一定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运行轨道必须与地球赤道平面重合，相对地面静止于赤道上空。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851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48260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高度一定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距离地面高度约为 \( 3.6 \times 10^7 \, \text{m} \)，轨道半径固定。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92500" y="4699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4900" y="4851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064000" y="48260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速率一定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在轨运行的线速度大小约为 \( 3.1 \, \text{km/s} \)，方向沿轨道切线。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5390177">
            <a:off x="40640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13500" y="1651000"/>
            <a:ext cx="5016500" cy="4318000"/>
          </a:xfrm>
          <a:prstGeom prst="roundRect">
            <a:avLst>
              <a:gd name="adj" fmla="val 0"/>
            </a:avLst>
          </a:prstGeom>
          <a:solidFill>
            <a:srgbClr val="64FFDA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04000" y="1905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核心机制：万有引力完全提供向心力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同步卫星在轨道上仅受地球对它的万有引力作用，该力充当向心力，维持其做匀速圆周运动。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9418">
            <a:off x="6604009" y="3041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604000" y="33020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受力分析要点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卫星不受地面的支持力、空气的浮力等其他力，只有地球的万有引力 \( F_{引} \) 作用。向心力是效果力，并非独立的性质力。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604000" y="4953000"/>
            <a:ext cx="4635500" cy="889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731000" y="5080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核心动力学方程：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\( G\frac{Mm}{r^2} = m\frac{v^2}{r} = m\omega^2 r = m\frac{4\pi^2}{T^2}r \)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模型三：近地卫星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定义与核心运动特点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210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近地卫星是指轨道半径近似等于地球半径，贴近地面运行的卫星。它是人造卫星的一种理想模型，忽略地表高度，将其轨道视为地球半径的同心圆。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64FFD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4318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7.9 km/s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运行速度为第一宇宙速度，是发射卫星的最小速度。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429000" y="41910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64FFD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56000" y="4318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极值属性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在所有绕地球运动的卫星中，周期最短、线速度与角速度最大。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865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86500" y="1778000"/>
            <a:ext cx="52705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20320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受力分析与关键公式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540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540500" y="29210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与同步卫星一致，近地卫星仅受地球的万有引力作用，且万有引力</a:t>
            </a:r>
            <a:r>
              <a:rPr lang="en-US" sz="15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</a:t>
            </a: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提供向心力，卫星处于完全失重状态。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1910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64FFD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67500" y="4318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核心方程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G(Mm/R²) = mv²/R = mω²R = m(4π²/T²)R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953500" y="41910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64FFD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80500" y="4318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黄金代换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在地表附近，万有引力约等于重力，即 GM = gR²。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795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8928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24000" y="5816600"/>
            <a:ext cx="977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总结：近地卫星是研究卫星运动的基础模型，其关键在于“轨道半径近似等于地球半径”这一核心条件，利用该条件可极大简化运算。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核心对比分析：三者位置关系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073" r="2073"/>
          <a:stretch>
            <a:fillRect/>
          </a:stretch>
        </p:blipFill>
        <p:spPr>
          <a:xfrm>
            <a:off x="762000" y="1778000"/>
            <a:ext cx="4064000" cy="3556000"/>
          </a:xfrm>
          <a:prstGeom prst="rect">
            <a:avLst/>
          </a:prstGeom>
          <a:noFill/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58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图示直观呈现了赤道物体(C)、近地卫星(B)与同步卫星(A)在空间中的层级分布，是理解天体运动规律的基础模型。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3238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715000" y="1778000"/>
            <a:ext cx="5969000" cy="952500"/>
          </a:xfrm>
          <a:prstGeom prst="roundRect">
            <a:avLst>
              <a:gd name="adj" fmla="val 0"/>
            </a:avLst>
          </a:prstGeom>
          <a:solidFill>
            <a:srgbClr val="64FFD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715000" y="1778000"/>
            <a:ext cx="50800" cy="952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905500" y="1841500"/>
            <a:ext cx="558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C点 · 赤道表面物体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位于地球赤道表面，随地球自转做匀速圆周运动，其轨道半径近似等于地球半径。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715000" y="3048000"/>
            <a:ext cx="5969000" cy="952500"/>
          </a:xfrm>
          <a:prstGeom prst="roundRect">
            <a:avLst>
              <a:gd name="adj" fmla="val 0"/>
            </a:avLst>
          </a:prstGeom>
          <a:solidFill>
            <a:srgbClr val="64FFD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715000" y="3048000"/>
            <a:ext cx="50800" cy="952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905500" y="3111500"/>
            <a:ext cx="558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B点 · 近地卫星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轨道紧贴地面，轨道半径也近似等于地球半径，绕地心做匀速圆周运动，处于完全失重状态。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715000" y="4191000"/>
            <a:ext cx="5969000" cy="952500"/>
          </a:xfrm>
          <a:prstGeom prst="roundRect">
            <a:avLst>
              <a:gd name="adj" fmla="val 0"/>
            </a:avLst>
          </a:prstGeom>
          <a:solidFill>
            <a:srgbClr val="64FFD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715000" y="4191000"/>
            <a:ext cx="50800" cy="9525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905500" y="4254500"/>
            <a:ext cx="558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A点 · 地球同步卫星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在遥远的赤道上空，轨道半径约为地球半径的6.6倍，其公转周期与地球自转周期严格相同。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715000" y="5461000"/>
            <a:ext cx="5969000" cy="889000"/>
          </a:xfrm>
          <a:prstGeom prst="roundRect">
            <a:avLst>
              <a:gd name="adj" fmla="val 0"/>
            </a:avLst>
          </a:prstGeom>
          <a:solidFill>
            <a:srgbClr val="64FFD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842000" y="55245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核心差异总结：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受力上，赤道物体受万有引力与支持力，卫星仅受万有引力；半径上，同步卫星轨道半径远大于另两者。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核心对比分析：综合对比表格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64FFD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65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赤道上的物体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750">
            <a:off x="889013" y="2279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413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轨道半径 (r)：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 = R (地表最小半径)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750">
            <a:off x="889013" y="3168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89000" y="3302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向心力来源：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万有引力与地面支持力的</a:t>
            </a:r>
            <a:r>
              <a:rPr lang="en-US" sz="15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合力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3750">
            <a:off x="889013" y="4184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89000" y="4318000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 T = 24h (与地球自转同)；</a:t>
            </a:r>
            <a:b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线速度 v ≈ 0.465 km/s (最小)；</a:t>
            </a:r>
            <a:b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向心加速度 a ≈ 0.034 m/s² (最小)。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1524000"/>
            <a:ext cx="3429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81500" y="1524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64FFD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508500" y="165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地球同步卫星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750">
            <a:off x="4508513" y="2279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08500" y="2413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轨道半径 (r)：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 = R+h ≈ 6.6R (轨道高度固定)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750">
            <a:off x="4508513" y="3168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08500" y="3302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向心力来源：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地球对卫星的万有引力</a:t>
            </a: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完全提供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750">
            <a:off x="4508513" y="4184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508500" y="4318000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 T = 24h (与地球相对静止)；</a:t>
            </a:r>
            <a:b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线速度 v ≈ 3.1 km/s (中等)；</a:t>
            </a:r>
            <a:b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向心加速度 a ≈ 0.23 m/s² (中等)。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01000" y="1524000"/>
            <a:ext cx="3429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001000" y="1524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64FFD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128000" y="165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近地卫星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3750">
            <a:off x="8128013" y="2279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128000" y="2413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轨道半径 (r)：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 ≈ R (贴近地表，半径极小)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3750">
            <a:off x="8128013" y="3168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128000" y="3302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向心力来源：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地球对卫星的万有引力</a:t>
            </a: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完全提供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3750">
            <a:off x="8128013" y="4184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128000" y="4318000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 T ≈ 85min (绕地周期最小)；</a:t>
            </a:r>
            <a:b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线速度 v ≈ 7.9 km/s (第一宇宙速度)；</a:t>
            </a:r>
            <a:b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向心加速度 a ≈ 9.8 m/s² (重力加速度g)。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核心对比分析：关键物理量大小关系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周期 (T)：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T₍近₎ &lt; T₍赤₎ = T₍同₎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34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54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近地卫星轨道最低，遵循“高轨低速长周期”，故周期最短。赤道物体与同步卫星均随地球自转，角速度与地球自转角速度一致，因此二者周期完全相同。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1778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角速度 (ω)：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ω₍近₎ &gt; ω₍赤₎ = ω₍同₎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540508" y="234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54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由公式 ω = 2π/T 可知，周期与角速度成反比。近地卫星周期最短，因此角速度最大；赤道物体与同步卫星周期相同，故二者角速度相等。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191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线速度 (v)：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v₍近₎ &gt; v₍同₎ &gt; v₍赤₎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167">
            <a:off x="1016008" y="4756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48895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卫星间：由 v = √(GM/r)，轨道半径越小速度越大，故 v₍近₎ &gt; v₍同₎。同角速度：由 v = ωr，角速度相同时半径越大速度越大，故 v₍同₎ &gt; v₍赤₎。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865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865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4191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向心加速度 (a)：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a₍近₎ &gt; a₍同₎ &gt; a₍赤₎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167">
            <a:off x="6540508" y="4756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48895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卫星间：由 a = GM/r²，轨道半径越小加速度越大，故 a₍近₎ &gt; a₍同₎。同角速度：由 a = ω²r，角速度相同时半径越大加速度越大，故 a₍同₎ &gt; a₍赤₎。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典型例题解析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【例题】</a:t>
            </a:r>
            <a:r>
              <a:rPr lang="en-US" sz="1600" b="0" i="0" u="none" strike="noStrike">
                <a:solidFill>
                  <a:srgbClr val="ECEC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地球赤道上的物体随地球自转的线速度为 v₁，近地卫星的线速度为 v₂，地球同步卫星的线速度为 v₃。已知地球同步卫星的轨道半径是地球半径的7倍。求 v₁:v₂:v₃ 的比值关系。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64FFDA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746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708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比较 v₁ 与 v₃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508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赤道物体与同步卫星角速度相同 (ω₁=ω₃)，由线速度公式 v=ωr 可知，线速度之比等于轨道半径之比，即 v₁:v₃ = r₁:r₃。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556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64FFDA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746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3708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比较 v₂ 与 v₃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4508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近地卫星与同步卫星均由万有引力提供向心力，由 v=√(GM/r) 可知，线速度之比与轨道半径的平方根成反比，即 v₂:v₃ = √r₃:√r₂。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3556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64FFDA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3746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3708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联立求解比例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4508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 r₃=7r₁=7r₂，将两组比例关系归一化并结合，即可推导出 v₁:v₂:v₃ 的最终数值比例关系。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6096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64FFD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61722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核心方法：区分“同轴转动”与“万有引力提供向心力”两种不同的物理模型，分别应用对应规律求解。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典型例题解析：解题步骤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比较 \( v_1 \) 和 \( v_3 \)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794000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设地球半径为 \( R \)，同步卫星轨道半径 \( r_3 = 7R \)。由于两者角速度相等 \( \omega_1 = \omega_3 \)，根据线速度公式 \( v = \omega r \)，可得：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\( \frac{v_1}{v_3} = \frac{\omega R}{\omega \cdot 7R} = \frac{1}{7} \)</a:t>
            </a:r>
            <a:endParaRPr lang="en-US" sz="1600" b="1" i="0" u="none" strike="noStrike">
              <a:solidFill>
                <a:srgbClr val="FFD7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032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比较 \( v_2 \) 和 \( v_3 \)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2794000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近地卫星轨道半径 \( r_2 \approx R \)。由万有引力提供向心力的线速度公式 \( v = \sqrt{\frac{GM}{r}} \)，可得：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\( \frac{v_2}{v_3} = \sqrt{\frac{r_3}{r_2}} = \sqrt{\frac{7R}{R}} = \sqrt{7} \)</a:t>
            </a:r>
            <a:endParaRPr lang="en-US" sz="1600" b="1" i="0" u="none" strike="noStrike">
              <a:solidFill>
                <a:srgbClr val="FFD7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032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联立比例关系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2794000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由前两步得 \( v_1:v_3 = 1:7 \)，\( v_2:v_3 = \sqrt{7}:1 \)。为统一 \( v_3 \) 的份数，将第二个比例式两边同乘7，即可联立得到三者连比。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62600"/>
            <a:ext cx="558800" cy="558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905000" y="5461000"/>
            <a:ext cx="927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最终结论：将三者速度统一比例后，可得 \( v_1:v_2:v_3 = \)</a:t>
            </a:r>
            <a:r>
              <a:rPr lang="en-US" sz="22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: 7√7 : 7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总结与技巧：区分关键点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06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受力分析是核心根本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21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64FFD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3000" y="30226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卫星模型（同步/近地）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万有引力</a:t>
            </a: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</a:t>
            </a: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提供向心力，公式为 \( F_{引} = F_{向} \)，无支持力参与。</a:t>
            </a:r>
            <a:endParaRPr lang="en-US" sz="14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64FFD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42926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赤道物体模型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万有引力与支持力的</a:t>
            </a: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合力</a:t>
            </a: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提供向心力，公式为 \( F_{引} - N = F_{向} \)，重力由支持力体现。</a:t>
            </a:r>
            <a:endParaRPr lang="en-US" sz="14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1595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21500" y="2006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“两组”比较法高效解题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167">
            <a:off x="6413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13500" y="2921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64FFD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30226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同角速度组：赤道物体 vs 同步卫星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共轴转动，角速度ω相同。利用 \( v = \omega r \)、\( a = \omega^2 r \) 分析，轨道半径r越大，线速度v和向心加速度a越大。</a:t>
            </a:r>
            <a:endParaRPr lang="en-US" sz="14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13500" y="4191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64FFD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40500" y="42926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同受力组：近地卫星 vs 同步卫星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均由万有引力提供向心力。利用 \( v = \sqrt{\frac{GM}{r}} \)、\( a = \frac{GM}{r^2} \) 分析，轨道半径r越大，v和a越小。</a:t>
            </a:r>
            <a:endParaRPr lang="en-US" sz="14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64FFDA">
              <a:alpha val="12000"/>
            </a:srgbClr>
          </a:solidFill>
          <a:ln w="12700" cap="flat" cmpd="sng">
            <a:solidFill>
              <a:srgbClr val="64FFD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8801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核心技巧：先明确研究对象的受力本质，再根据“同轴同角速度、同引力同规律”的原则，选择对应公式快速比较物理量大小。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总结与技巧：记忆口诀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336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卫星规律口诀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“高轨低速长周期”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轨道半径越大，线速度、角速度越小，运行周期越长。该规律适用于所有由万有引力提供向心力的人造卫星。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1336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同步卫星“四定”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048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核心特征：四个一定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周期一定（24h）、轨道平面一定（赤道平面）、高度一定、运行速率一定。这是同步卫星区别于其他卫星的关键。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159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1336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速度大小排序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048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“近地最快，同步次之，赤道最慢”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近地卫星速度大于同步卫星，同步卫星又大于地球赤道上物体的自转速度，即 v</a:t>
            </a:r>
            <a:r>
              <a:rPr lang="en-US" sz="1400" b="0" i="0" u="none" strike="noStrike" baseline="-2000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</a:t>
            </a: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 v</a:t>
            </a:r>
            <a:r>
              <a:rPr lang="en-US" sz="1400" b="0" i="0" u="none" strike="noStrike" baseline="-2000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</a:t>
            </a: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 v</a:t>
            </a:r>
            <a:r>
              <a:rPr lang="en-US" sz="1400" b="0" i="0" u="none" strike="noStrike" baseline="-2000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赤</a:t>
            </a: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778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核心提示：牢记这三个口诀，能帮助我们在解决天体运动相关选择题和填空题时，快速建立物理图景，准确判断选项正误。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826000" y="4064000"/>
            <a:ext cx="2540000" cy="25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预祝同学们在物理学中探索规律、掌握方法，取得优异成绩！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2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3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4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5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6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7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8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9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10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11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12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13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14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ags/tag15.xml><?xml version="1.0" encoding="utf-8"?>
<p:tagLst xmlns:p="http://schemas.openxmlformats.org/presentationml/2006/main">
  <p:tag name="KSO_WM_DIAGRAM_VIRTUALLY_FRAME" val="{&quot;height&quot;:140,&quot;left&quot;:80,&quot;top&quot;:360,&quot;width&quot;:8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4503</Words>
  <Application>WPS 演示</Application>
  <PresentationFormat/>
  <Paragraphs>235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WPS_1675339751</cp:lastModifiedBy>
  <cp:revision>3</cp:revision>
  <dcterms:created xsi:type="dcterms:W3CDTF">2026-06-14T11:21:00Z</dcterms:created>
  <dcterms:modified xsi:type="dcterms:W3CDTF">2026-08-25T08:44:33Z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{"Label":"1","ContentProducer":"001191110102MACQD9K64010000","ProduceID":"7651116564821019827","ReservedCode1":"","ContentPropagator":"","PropagateID":"","ReservedCode2":""}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8C0A5CFFECDD4468AF965415669F5BFE_12</vt:lpwstr>
  </property>
</Properties>
</file>